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Telegraf Bold" charset="1" panose="00000800000000000000"/>
      <p:regular r:id="rId11"/>
    </p:embeddedFont>
    <p:embeddedFont>
      <p:font typeface="Poppins" charset="1" panose="00000500000000000000"/>
      <p:regular r:id="rId12"/>
    </p:embeddedFont>
    <p:embeddedFont>
      <p:font typeface="Open Sans Bold" charset="1" panose="020B0806030504020204"/>
      <p:regular r:id="rId13"/>
    </p:embeddedFont>
    <p:embeddedFont>
      <p:font typeface="Poppins Bold" charset="1" panose="00000800000000000000"/>
      <p:regular r:id="rId14"/>
    </p:embeddedFont>
    <p:embeddedFont>
      <p:font typeface="Canva Sans" charset="1" panose="020B05030305010401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luffybaiano27.pythonanywhere.com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6111" y="349538"/>
            <a:ext cx="17695777" cy="9587924"/>
            <a:chOff x="0" y="0"/>
            <a:chExt cx="4660616" cy="25252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60616" cy="2525215"/>
            </a:xfrm>
            <a:custGeom>
              <a:avLst/>
              <a:gdLst/>
              <a:ahLst/>
              <a:cxnLst/>
              <a:rect r="r" b="b" t="t" l="l"/>
              <a:pathLst>
                <a:path h="2525215" w="4660616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FFFFFF">
                <a:alpha val="2196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54412" y="2641022"/>
            <a:ext cx="12179177" cy="2502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02"/>
              </a:lnSpc>
              <a:spcBef>
                <a:spcPct val="0"/>
              </a:spcBef>
            </a:pPr>
            <a:r>
              <a:rPr lang="en-US" b="true" sz="13787" spc="-62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MyAnimeHub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252429"/>
            <a:ext cx="7038796" cy="45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https://luffybaiano27.pythonanywhere.com/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60525" y="8207413"/>
            <a:ext cx="5645114" cy="53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15"/>
              </a:lnSpc>
            </a:pPr>
            <a:r>
              <a:rPr lang="en-US" sz="2939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2" tooltip="https://luffybaiano27.pythonanywhere.com"/>
              </a:rPr>
              <a:t>Acesse agora!!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51792"/>
            <a:ext cx="16458192" cy="7027375"/>
            <a:chOff x="0" y="0"/>
            <a:chExt cx="4334668" cy="18508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668" cy="1850831"/>
            </a:xfrm>
            <a:custGeom>
              <a:avLst/>
              <a:gdLst/>
              <a:ahLst/>
              <a:cxnLst/>
              <a:rect r="r" b="b" t="t" l="l"/>
              <a:pathLst>
                <a:path h="1850831" w="4334668">
                  <a:moveTo>
                    <a:pt x="26342" y="0"/>
                  </a:moveTo>
                  <a:lnTo>
                    <a:pt x="4308326" y="0"/>
                  </a:lnTo>
                  <a:cubicBezTo>
                    <a:pt x="4322874" y="0"/>
                    <a:pt x="4334668" y="11794"/>
                    <a:pt x="4334668" y="26342"/>
                  </a:cubicBezTo>
                  <a:lnTo>
                    <a:pt x="4334668" y="1824489"/>
                  </a:lnTo>
                  <a:cubicBezTo>
                    <a:pt x="4334668" y="1839037"/>
                    <a:pt x="4322874" y="1850831"/>
                    <a:pt x="4308326" y="1850831"/>
                  </a:cubicBezTo>
                  <a:lnTo>
                    <a:pt x="26342" y="1850831"/>
                  </a:lnTo>
                  <a:cubicBezTo>
                    <a:pt x="11794" y="1850831"/>
                    <a:pt x="0" y="1839037"/>
                    <a:pt x="0" y="1824489"/>
                  </a:cubicBezTo>
                  <a:lnTo>
                    <a:pt x="0" y="26342"/>
                  </a:lnTo>
                  <a:cubicBezTo>
                    <a:pt x="0" y="11794"/>
                    <a:pt x="11794" y="0"/>
                    <a:pt x="2634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F9B">
                    <a:alpha val="100000"/>
                  </a:srgbClr>
                </a:gs>
                <a:gs pos="33333">
                  <a:srgbClr val="000000">
                    <a:alpha val="100000"/>
                  </a:srgbClr>
                </a:gs>
                <a:gs pos="66667">
                  <a:srgbClr val="240072">
                    <a:alpha val="100000"/>
                  </a:srgbClr>
                </a:gs>
                <a:gs pos="100000">
                  <a:srgbClr val="0057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334668" cy="19175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533700" y="4364632"/>
            <a:ext cx="8227709" cy="2058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7"/>
              </a:lnSpc>
            </a:pPr>
            <a:r>
              <a:rPr lang="en-US" sz="7527" spc="-338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Gerenciar Animes</a:t>
            </a:r>
          </a:p>
          <a:p>
            <a:pPr algn="l">
              <a:lnSpc>
                <a:spcPts val="7677"/>
              </a:lnSpc>
            </a:pPr>
            <a:r>
              <a:rPr lang="en-US" sz="7527" spc="-338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de forma dinâmica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85853" y="4515060"/>
            <a:ext cx="5747101" cy="152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37"/>
              </a:lnSpc>
            </a:pPr>
            <a:r>
              <a:rPr lang="en-US" sz="8955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desafio: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3986" y="2057400"/>
            <a:ext cx="8641761" cy="7499107"/>
            <a:chOff x="0" y="0"/>
            <a:chExt cx="2276019" cy="19750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6019" cy="1975074"/>
            </a:xfrm>
            <a:custGeom>
              <a:avLst/>
              <a:gdLst/>
              <a:ahLst/>
              <a:cxnLst/>
              <a:rect r="r" b="b" t="t" l="l"/>
              <a:pathLst>
                <a:path h="1975074" w="2276019">
                  <a:moveTo>
                    <a:pt x="50169" y="0"/>
                  </a:moveTo>
                  <a:lnTo>
                    <a:pt x="2225851" y="0"/>
                  </a:lnTo>
                  <a:cubicBezTo>
                    <a:pt x="2239156" y="0"/>
                    <a:pt x="2251917" y="5286"/>
                    <a:pt x="2261325" y="14694"/>
                  </a:cubicBezTo>
                  <a:cubicBezTo>
                    <a:pt x="2270734" y="24103"/>
                    <a:pt x="2276019" y="36863"/>
                    <a:pt x="2276019" y="50169"/>
                  </a:cubicBezTo>
                  <a:lnTo>
                    <a:pt x="2276019" y="1924905"/>
                  </a:lnTo>
                  <a:cubicBezTo>
                    <a:pt x="2276019" y="1952612"/>
                    <a:pt x="2253558" y="1975074"/>
                    <a:pt x="2225851" y="1975074"/>
                  </a:cubicBezTo>
                  <a:lnTo>
                    <a:pt x="50169" y="1975074"/>
                  </a:lnTo>
                  <a:cubicBezTo>
                    <a:pt x="36863" y="1975074"/>
                    <a:pt x="24103" y="1969788"/>
                    <a:pt x="14694" y="1960380"/>
                  </a:cubicBezTo>
                  <a:cubicBezTo>
                    <a:pt x="5286" y="1950971"/>
                    <a:pt x="0" y="1938210"/>
                    <a:pt x="0" y="1924905"/>
                  </a:cubicBezTo>
                  <a:lnTo>
                    <a:pt x="0" y="50169"/>
                  </a:lnTo>
                  <a:cubicBezTo>
                    <a:pt x="0" y="36863"/>
                    <a:pt x="5286" y="24103"/>
                    <a:pt x="14694" y="14694"/>
                  </a:cubicBezTo>
                  <a:cubicBezTo>
                    <a:pt x="24103" y="5286"/>
                    <a:pt x="36863" y="0"/>
                    <a:pt x="5016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276019" cy="2041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975275" y="6825024"/>
            <a:ext cx="7524688" cy="2731483"/>
            <a:chOff x="0" y="0"/>
            <a:chExt cx="1981811" cy="7194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1811" cy="719403"/>
            </a:xfrm>
            <a:custGeom>
              <a:avLst/>
              <a:gdLst/>
              <a:ahLst/>
              <a:cxnLst/>
              <a:rect r="r" b="b" t="t" l="l"/>
              <a:pathLst>
                <a:path h="719403" w="1981811">
                  <a:moveTo>
                    <a:pt x="57617" y="0"/>
                  </a:moveTo>
                  <a:lnTo>
                    <a:pt x="1924194" y="0"/>
                  </a:lnTo>
                  <a:cubicBezTo>
                    <a:pt x="1939475" y="0"/>
                    <a:pt x="1954130" y="6070"/>
                    <a:pt x="1964935" y="16876"/>
                  </a:cubicBezTo>
                  <a:cubicBezTo>
                    <a:pt x="1975740" y="27681"/>
                    <a:pt x="1981811" y="42336"/>
                    <a:pt x="1981811" y="57617"/>
                  </a:cubicBezTo>
                  <a:lnTo>
                    <a:pt x="1981811" y="661786"/>
                  </a:lnTo>
                  <a:cubicBezTo>
                    <a:pt x="1981811" y="677067"/>
                    <a:pt x="1975740" y="691722"/>
                    <a:pt x="1964935" y="702528"/>
                  </a:cubicBezTo>
                  <a:cubicBezTo>
                    <a:pt x="1954130" y="713333"/>
                    <a:pt x="1939475" y="719403"/>
                    <a:pt x="1924194" y="719403"/>
                  </a:cubicBezTo>
                  <a:lnTo>
                    <a:pt x="57617" y="719403"/>
                  </a:lnTo>
                  <a:cubicBezTo>
                    <a:pt x="42336" y="719403"/>
                    <a:pt x="27681" y="713333"/>
                    <a:pt x="16876" y="702528"/>
                  </a:cubicBezTo>
                  <a:cubicBezTo>
                    <a:pt x="6070" y="691722"/>
                    <a:pt x="0" y="677067"/>
                    <a:pt x="0" y="661786"/>
                  </a:cubicBezTo>
                  <a:lnTo>
                    <a:pt x="0" y="57617"/>
                  </a:lnTo>
                  <a:cubicBezTo>
                    <a:pt x="0" y="42336"/>
                    <a:pt x="6070" y="27681"/>
                    <a:pt x="16876" y="16876"/>
                  </a:cubicBezTo>
                  <a:cubicBezTo>
                    <a:pt x="27681" y="6070"/>
                    <a:pt x="42336" y="0"/>
                    <a:pt x="5761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F9B">
                    <a:alpha val="100000"/>
                  </a:srgbClr>
                </a:gs>
                <a:gs pos="50000">
                  <a:srgbClr val="EB0000">
                    <a:alpha val="100000"/>
                  </a:srgbClr>
                </a:gs>
                <a:gs pos="100000">
                  <a:srgbClr val="A000EB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981811" cy="786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975275" y="2057400"/>
            <a:ext cx="7524688" cy="4292997"/>
            <a:chOff x="0" y="0"/>
            <a:chExt cx="1165771" cy="665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65771" cy="665098"/>
            </a:xfrm>
            <a:custGeom>
              <a:avLst/>
              <a:gdLst/>
              <a:ahLst/>
              <a:cxnLst/>
              <a:rect r="r" b="b" t="t" l="l"/>
              <a:pathLst>
                <a:path h="665098" w="1165771">
                  <a:moveTo>
                    <a:pt x="23664" y="0"/>
                  </a:moveTo>
                  <a:lnTo>
                    <a:pt x="1142107" y="0"/>
                  </a:lnTo>
                  <a:cubicBezTo>
                    <a:pt x="1148383" y="0"/>
                    <a:pt x="1154402" y="2493"/>
                    <a:pt x="1158840" y="6931"/>
                  </a:cubicBezTo>
                  <a:cubicBezTo>
                    <a:pt x="1163278" y="11369"/>
                    <a:pt x="1165771" y="17388"/>
                    <a:pt x="1165771" y="23664"/>
                  </a:cubicBezTo>
                  <a:lnTo>
                    <a:pt x="1165771" y="641434"/>
                  </a:lnTo>
                  <a:cubicBezTo>
                    <a:pt x="1165771" y="647710"/>
                    <a:pt x="1163278" y="653729"/>
                    <a:pt x="1158840" y="658167"/>
                  </a:cubicBezTo>
                  <a:cubicBezTo>
                    <a:pt x="1154402" y="662604"/>
                    <a:pt x="1148383" y="665098"/>
                    <a:pt x="1142107" y="665098"/>
                  </a:cubicBezTo>
                  <a:lnTo>
                    <a:pt x="23664" y="665098"/>
                  </a:lnTo>
                  <a:cubicBezTo>
                    <a:pt x="17388" y="665098"/>
                    <a:pt x="11369" y="662604"/>
                    <a:pt x="6931" y="658167"/>
                  </a:cubicBezTo>
                  <a:cubicBezTo>
                    <a:pt x="2493" y="653729"/>
                    <a:pt x="0" y="647710"/>
                    <a:pt x="0" y="641434"/>
                  </a:cubicBezTo>
                  <a:lnTo>
                    <a:pt x="0" y="23664"/>
                  </a:lnTo>
                  <a:cubicBezTo>
                    <a:pt x="0" y="17388"/>
                    <a:pt x="2493" y="11369"/>
                    <a:pt x="6931" y="6931"/>
                  </a:cubicBezTo>
                  <a:cubicBezTo>
                    <a:pt x="11369" y="2493"/>
                    <a:pt x="17388" y="0"/>
                    <a:pt x="23664" y="0"/>
                  </a:cubicBezTo>
                  <a:close/>
                </a:path>
              </a:pathLst>
            </a:custGeom>
            <a:blipFill>
              <a:blip r:embed="rId2"/>
              <a:stretch>
                <a:fillRect l="-4465" t="0" r="-4465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0504200" y="7529835"/>
            <a:ext cx="1321861" cy="1321861"/>
          </a:xfrm>
          <a:custGeom>
            <a:avLst/>
            <a:gdLst/>
            <a:ahLst/>
            <a:cxnLst/>
            <a:rect r="r" b="b" t="t" l="l"/>
            <a:pathLst>
              <a:path h="1321861" w="1321861">
                <a:moveTo>
                  <a:pt x="0" y="0"/>
                </a:moveTo>
                <a:lnTo>
                  <a:pt x="1321862" y="0"/>
                </a:lnTo>
                <a:lnTo>
                  <a:pt x="1321862" y="1321861"/>
                </a:lnTo>
                <a:lnTo>
                  <a:pt x="0" y="13218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292787" y="7569798"/>
            <a:ext cx="2220277" cy="1241936"/>
          </a:xfrm>
          <a:custGeom>
            <a:avLst/>
            <a:gdLst/>
            <a:ahLst/>
            <a:cxnLst/>
            <a:rect r="r" b="b" t="t" l="l"/>
            <a:pathLst>
              <a:path h="1241936" w="2220277">
                <a:moveTo>
                  <a:pt x="0" y="0"/>
                </a:moveTo>
                <a:lnTo>
                  <a:pt x="2220276" y="0"/>
                </a:lnTo>
                <a:lnTo>
                  <a:pt x="2220276" y="1241936"/>
                </a:lnTo>
                <a:lnTo>
                  <a:pt x="0" y="1241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979769" y="7465185"/>
            <a:ext cx="1819638" cy="1451161"/>
          </a:xfrm>
          <a:custGeom>
            <a:avLst/>
            <a:gdLst/>
            <a:ahLst/>
            <a:cxnLst/>
            <a:rect r="r" b="b" t="t" l="l"/>
            <a:pathLst>
              <a:path h="1451161" w="1819638">
                <a:moveTo>
                  <a:pt x="0" y="0"/>
                </a:moveTo>
                <a:lnTo>
                  <a:pt x="1819637" y="0"/>
                </a:lnTo>
                <a:lnTo>
                  <a:pt x="1819637" y="1451161"/>
                </a:lnTo>
                <a:lnTo>
                  <a:pt x="0" y="14511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24599" y="5311775"/>
            <a:ext cx="6797040" cy="394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Back-End: </a:t>
            </a: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Python 3.10 + Flask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Banco de dados: </a:t>
            </a: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SQLite com SQLAlchemy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Automação: </a:t>
            </a: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Jikan API + Deep Translator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Front-End:  </a:t>
            </a: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Bootstrap 5 + Jinja2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Hospedagem: </a:t>
            </a: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PythonAnywhere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63845" y="2712517"/>
            <a:ext cx="6797040" cy="2169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77"/>
              </a:lnSpc>
            </a:pPr>
            <a:r>
              <a:rPr lang="en-US" sz="7919" spc="-356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Como foi feito?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20398" y="1894724"/>
            <a:ext cx="8875194" cy="7599868"/>
            <a:chOff x="0" y="0"/>
            <a:chExt cx="1375000" cy="1177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5000" cy="1177418"/>
            </a:xfrm>
            <a:custGeom>
              <a:avLst/>
              <a:gdLst/>
              <a:ahLst/>
              <a:cxnLst/>
              <a:rect r="r" b="b" t="t" l="l"/>
              <a:pathLst>
                <a:path h="1177418" w="1375000">
                  <a:moveTo>
                    <a:pt x="48849" y="0"/>
                  </a:moveTo>
                  <a:lnTo>
                    <a:pt x="1326150" y="0"/>
                  </a:lnTo>
                  <a:cubicBezTo>
                    <a:pt x="1353129" y="0"/>
                    <a:pt x="1375000" y="21871"/>
                    <a:pt x="1375000" y="48849"/>
                  </a:cubicBezTo>
                  <a:lnTo>
                    <a:pt x="1375000" y="1128569"/>
                  </a:lnTo>
                  <a:cubicBezTo>
                    <a:pt x="1375000" y="1155548"/>
                    <a:pt x="1353129" y="1177418"/>
                    <a:pt x="1326150" y="1177418"/>
                  </a:cubicBezTo>
                  <a:lnTo>
                    <a:pt x="48849" y="1177418"/>
                  </a:lnTo>
                  <a:cubicBezTo>
                    <a:pt x="21871" y="1177418"/>
                    <a:pt x="0" y="1155548"/>
                    <a:pt x="0" y="1128569"/>
                  </a:cubicBezTo>
                  <a:lnTo>
                    <a:pt x="0" y="48849"/>
                  </a:lnTo>
                  <a:cubicBezTo>
                    <a:pt x="0" y="21871"/>
                    <a:pt x="21871" y="0"/>
                    <a:pt x="48849" y="0"/>
                  </a:cubicBezTo>
                  <a:close/>
                </a:path>
              </a:pathLst>
            </a:custGeom>
            <a:blipFill>
              <a:blip r:embed="rId2"/>
              <a:stretch>
                <a:fillRect l="-25928" t="0" r="-4662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3986" y="1894724"/>
            <a:ext cx="7145508" cy="1644729"/>
            <a:chOff x="0" y="0"/>
            <a:chExt cx="1881944" cy="4331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81944" cy="433180"/>
            </a:xfrm>
            <a:custGeom>
              <a:avLst/>
              <a:gdLst/>
              <a:ahLst/>
              <a:cxnLst/>
              <a:rect r="r" b="b" t="t" l="l"/>
              <a:pathLst>
                <a:path h="433180" w="1881944">
                  <a:moveTo>
                    <a:pt x="60674" y="0"/>
                  </a:moveTo>
                  <a:lnTo>
                    <a:pt x="1821270" y="0"/>
                  </a:lnTo>
                  <a:cubicBezTo>
                    <a:pt x="1854780" y="0"/>
                    <a:pt x="1881944" y="27165"/>
                    <a:pt x="1881944" y="60674"/>
                  </a:cubicBezTo>
                  <a:lnTo>
                    <a:pt x="1881944" y="372505"/>
                  </a:lnTo>
                  <a:cubicBezTo>
                    <a:pt x="1881944" y="406015"/>
                    <a:pt x="1854780" y="433180"/>
                    <a:pt x="1821270" y="433180"/>
                  </a:cubicBezTo>
                  <a:lnTo>
                    <a:pt x="60674" y="433180"/>
                  </a:lnTo>
                  <a:cubicBezTo>
                    <a:pt x="27165" y="433180"/>
                    <a:pt x="0" y="406015"/>
                    <a:pt x="0" y="372505"/>
                  </a:cubicBezTo>
                  <a:lnTo>
                    <a:pt x="0" y="60674"/>
                  </a:lnTo>
                  <a:cubicBezTo>
                    <a:pt x="0" y="27165"/>
                    <a:pt x="27165" y="0"/>
                    <a:pt x="6067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881944" cy="4998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03986" y="4232537"/>
            <a:ext cx="7145508" cy="5025763"/>
            <a:chOff x="0" y="0"/>
            <a:chExt cx="1881944" cy="13236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81944" cy="1323658"/>
            </a:xfrm>
            <a:custGeom>
              <a:avLst/>
              <a:gdLst/>
              <a:ahLst/>
              <a:cxnLst/>
              <a:rect r="r" b="b" t="t" l="l"/>
              <a:pathLst>
                <a:path h="1323658" w="1881944">
                  <a:moveTo>
                    <a:pt x="60674" y="0"/>
                  </a:moveTo>
                  <a:lnTo>
                    <a:pt x="1821270" y="0"/>
                  </a:lnTo>
                  <a:cubicBezTo>
                    <a:pt x="1854780" y="0"/>
                    <a:pt x="1881944" y="27165"/>
                    <a:pt x="1881944" y="60674"/>
                  </a:cubicBezTo>
                  <a:lnTo>
                    <a:pt x="1881944" y="1262984"/>
                  </a:lnTo>
                  <a:cubicBezTo>
                    <a:pt x="1881944" y="1296493"/>
                    <a:pt x="1854780" y="1323658"/>
                    <a:pt x="1821270" y="1323658"/>
                  </a:cubicBezTo>
                  <a:lnTo>
                    <a:pt x="60674" y="1323658"/>
                  </a:lnTo>
                  <a:cubicBezTo>
                    <a:pt x="44582" y="1323658"/>
                    <a:pt x="29150" y="1317265"/>
                    <a:pt x="17771" y="1305887"/>
                  </a:cubicBezTo>
                  <a:cubicBezTo>
                    <a:pt x="6392" y="1294508"/>
                    <a:pt x="0" y="1279075"/>
                    <a:pt x="0" y="1262984"/>
                  </a:cubicBezTo>
                  <a:lnTo>
                    <a:pt x="0" y="60674"/>
                  </a:lnTo>
                  <a:cubicBezTo>
                    <a:pt x="0" y="27165"/>
                    <a:pt x="27165" y="0"/>
                    <a:pt x="6067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F9B">
                    <a:alpha val="100000"/>
                  </a:srgbClr>
                </a:gs>
                <a:gs pos="50000">
                  <a:srgbClr val="EB0000">
                    <a:alpha val="100000"/>
                  </a:srgbClr>
                </a:gs>
                <a:gs pos="100000">
                  <a:srgbClr val="A000EB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881944" cy="1390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435185" y="4738818"/>
            <a:ext cx="5883110" cy="394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Busca Automática: Integrado com API Externa.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Tradução em tempo real das sinopses.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Responsividade.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Hospedagem em nuvem.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0880" y="2269825"/>
            <a:ext cx="6311719" cy="942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2"/>
              </a:lnSpc>
            </a:pPr>
            <a:r>
              <a:rPr lang="en-US" sz="6512" spc="-293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Funcionalidades: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F9B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240072">
                <a:alpha val="100000"/>
              </a:srgbClr>
            </a:gs>
            <a:gs pos="100000">
              <a:srgbClr val="0057FF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6111" y="349538"/>
            <a:ext cx="17695777" cy="9587924"/>
            <a:chOff x="0" y="0"/>
            <a:chExt cx="4660616" cy="25252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60616" cy="2525215"/>
            </a:xfrm>
            <a:custGeom>
              <a:avLst/>
              <a:gdLst/>
              <a:ahLst/>
              <a:cxnLst/>
              <a:rect r="r" b="b" t="t" l="l"/>
              <a:pathLst>
                <a:path h="2525215" w="4660616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FFFFFF">
                <a:alpha val="2196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200021" y="5690380"/>
            <a:ext cx="1944186" cy="1831070"/>
          </a:xfrm>
          <a:custGeom>
            <a:avLst/>
            <a:gdLst/>
            <a:ahLst/>
            <a:cxnLst/>
            <a:rect r="r" b="b" t="t" l="l"/>
            <a:pathLst>
              <a:path h="1831070" w="1944186">
                <a:moveTo>
                  <a:pt x="0" y="0"/>
                </a:moveTo>
                <a:lnTo>
                  <a:pt x="1944186" y="0"/>
                </a:lnTo>
                <a:lnTo>
                  <a:pt x="1944186" y="1831069"/>
                </a:lnTo>
                <a:lnTo>
                  <a:pt x="0" y="18310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200126" y="4649995"/>
            <a:ext cx="3897729" cy="3911839"/>
          </a:xfrm>
          <a:custGeom>
            <a:avLst/>
            <a:gdLst/>
            <a:ahLst/>
            <a:cxnLst/>
            <a:rect r="r" b="b" t="t" l="l"/>
            <a:pathLst>
              <a:path h="3911839" w="3897729">
                <a:moveTo>
                  <a:pt x="0" y="0"/>
                </a:moveTo>
                <a:lnTo>
                  <a:pt x="3897728" y="0"/>
                </a:lnTo>
                <a:lnTo>
                  <a:pt x="3897728" y="3911839"/>
                </a:lnTo>
                <a:lnTo>
                  <a:pt x="0" y="3911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767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77900" y="1392281"/>
            <a:ext cx="13132201" cy="280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75"/>
              </a:lnSpc>
            </a:pPr>
            <a:r>
              <a:rPr lang="en-US" sz="1648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CONCLUSÃO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29550" y="6114742"/>
            <a:ext cx="448523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MyAnimeHub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DAG5tVVA2Ss</dc:identifier>
  <dcterms:modified xsi:type="dcterms:W3CDTF">2011-08-01T06:04:30Z</dcterms:modified>
  <cp:revision>1</cp:revision>
  <dc:title>Apresentação MyAnimeHub</dc:title>
</cp:coreProperties>
</file>